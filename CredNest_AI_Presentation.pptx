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8" r:id="rId8"/>
    <p:sldId id="262" r:id="rId9"/>
    <p:sldId id="263" r:id="rId10"/>
    <p:sldId id="264" r:id="rId11"/>
    <p:sldId id="265" r:id="rId12"/>
    <p:sldId id="266" r:id="rId13"/>
    <p:sldId id="289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90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D700"/>
                </a:solidFill>
              </a:defRPr>
            </a:pPr>
            <a:r>
              <a:t>CredNest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FFFFF"/>
                </a:solidFill>
              </a:defRPr>
            </a:pPr>
            <a:r>
              <a:t>AI-Powered Financial Management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Presented by:</a:t>
            </a:r>
          </a:p>
          <a:p>
            <a:pPr algn="ctr">
              <a:defRPr sz="1800" b="1">
                <a:solidFill>
                  <a:srgbClr val="FFD700"/>
                </a:solidFill>
              </a:defRPr>
            </a:pPr>
            <a:r>
              <a:t>Anujkumar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endParaRPr/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Register Number: 22ETAI410010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endParaRPr/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M S Ramaiah University of Applied Science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Department of Computer Science &amp; Engineering</a:t>
            </a:r>
          </a:p>
          <a:p>
            <a:pPr algn="ctr">
              <a:defRPr sz="1400" b="0">
                <a:solidFill>
                  <a:srgbClr val="FFFFFF"/>
                </a:solidFill>
              </a:defRPr>
            </a:pPr>
            <a:endParaRPr/>
          </a:p>
          <a:p>
            <a:pPr algn="ctr">
              <a:defRPr sz="1400" b="0">
                <a:solidFill>
                  <a:srgbClr val="FFFFFF"/>
                </a:solidFill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1. **Project Overview**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2. **Problem Statement &amp; Objectives**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3. **System Architecture**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4. **Technology Stack**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5. **Key Features &amp; Modules**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6. **AI Integration**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7. **Database Design**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8. **Implementation Details**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9. **User Interface**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10. **Testing &amp; Validation**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11. **Results &amp; Achievements**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12. **Future Enhancements**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13. **Conclusion**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What is CredNest AI?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CredNest AI is a comprehensive, AI-powered financial management platform designed to help users: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💰 Manage Personal Finances - Budget tracking and expense management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🎯 Set Financial Goals - Savings goals with top Indian banks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📊 Make Informed Decisions - Investment analysis with top mutual funds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🏦 Compare Financial Products - Loans from 20+ banks, insurance from 10+ companies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🤖 Get AI Assistance - Intelligent chatbot for financial queries and loan guidance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Target Audience: Individual users, families, and small business owners seeking better financial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Challenges in Personal Finance Management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Current Problems: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❌ Fragmented Information - Financial data scattered across multiple platforms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❌ Complex Decision Making - Difficulty comparing loans, insurance, and investments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❌ Lack of Personalization - Generic financial advice not tailored to individual needs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4. ❌ Poor Expense Tracking - Manual tracking is time-consuming and error-prone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5. ❌ Limited AI Assistance - Most platforms lack intelligent, conversational AI support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Our Solution: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✅ Unified Platform - All financial tools in one place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✅ AI-Powered Insights - Intelligent recommendations and real-time assistance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✅ Comprehensive Comparison - Compare 20+ banks, 10+ insurance companies, 10+ mutual funds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✅ Automated Tracking - Smart expense categorization and budget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Primary Goals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Develop an Integrated Financial Platform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Combine budgeting, savings, investments, loans, and insurance in one application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Implement AI-Powered Assistance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Deploy Groq AI (Llama 3.3 70B) for intelligent financial guidance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Natural language processing for user queries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Provide Comprehensive Financial Data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Real-time data on banks, insurance companies, and investment funds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EMI calculators and loan eligibility checkers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4. Create Intuitive User Experience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Ultra-premium dark theme UI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Responsive design for all devices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5. Ensure Data Security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Secure authentication with password hashing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Protected user sessions and data encryption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831809"/>
            <a:ext cx="8229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lang="en-IN" dirty="0"/>
              <a:t>System Architecture</a:t>
            </a:r>
          </a:p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### High-Level Architecture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│                    Frontend Layer                        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│  ┌──────────┐  ┌──────────┐  ┌──────────┐              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│  │   HTML5  │  │   CSS3   │  │JavaScript│              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│  └──────────┘  └──────────┘  └──────────┘              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└─────────────────────────────────────────────────────────┘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↕ HTTP/REST API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┌─────────────────────────────────────────────────────────┐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│                    Backend Layer                         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│  ┌──────────────────────────────────────────────────┐   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│  │         Flask Application (Python 3.x)           │   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│  │  ┌────────┐  ┌────────┐  ┌────────┐             │   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│  │  │  Auth  │  │ Budget │  │  Chat  │             │   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│  │  │ Module │  │ Module │  │ Module │             │   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│  │  └────────┘  └────────┘  └────────┘             │   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│  └──────────────────────────────────────────────────┘   │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└─────────────────────────────────────────────────────────┘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5AEEFD-3031-011D-3A76-464B4E88D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A78EF0-E500-91DB-2209-B9DA7B32D66B}"/>
              </a:ext>
            </a:extLst>
          </p:cNvPr>
          <p:cNvSpPr txBox="1"/>
          <p:nvPr/>
        </p:nvSpPr>
        <p:spPr>
          <a:xfrm>
            <a:off x="0" y="182881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### High-Level Architecture</a:t>
            </a:r>
            <a:endParaRPr lang="en-US" dirty="0"/>
          </a:p>
          <a:p>
            <a:pPr>
              <a:defRPr sz="2400" b="1">
                <a:solidFill>
                  <a:srgbClr val="FFD700"/>
                </a:solidFill>
              </a:defRPr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4EC54A-4CF9-A1E2-E202-1D01ED51D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01" y="874554"/>
            <a:ext cx="7730398" cy="51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89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Backend Technologies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Technology | Version | Purpose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|------------|---------|---------|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Python | 3.x | Core programming language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Flask | 3.0.0 | Web framework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SQLAlchemy | Latest | ORM for database operations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Flask-Login | Latest | User session management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Flask-CORS | Latest | Cross-origin resource sharing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Groq AI | Latest | AI/ML integration (Llama 3.3 70B)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Werkzeug | Latest | Password hashing &amp; security |</a:t>
            </a:r>
          </a:p>
          <a:p>
            <a:pPr>
              <a:defRPr sz="2400" b="1">
                <a:solidFill>
                  <a:srgbClr val="FFD700"/>
                </a:solidFill>
              </a:defRPr>
            </a:pPr>
            <a:r>
              <a:t>### Frontend Technologies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Technology | Purpose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|------------|---------|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HTML5 | Structure and semantic markup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CSS3 | Styling with dark theme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JavaScript (Vanilla) | Client-side interactivity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Font Awesome | Icons and visual elements |</a:t>
            </a:r>
          </a:p>
          <a:p>
            <a:pPr>
              <a:defRPr sz="2400" b="1">
                <a:solidFill>
                  <a:srgbClr val="FFD700"/>
                </a:solidFill>
              </a:defRPr>
            </a:pPr>
            <a:r>
              <a:t>### Database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Development: SQLite (lightweight, file-based)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Production: MySQL/PostgreSQL (scalable, robust)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Key Features -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7 Major Modules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🔐 Authentication System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User registration and login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Secure password hashing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Session management (7-day persistence)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💰 Budgeting Module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Monthly budget creation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Category-wise expense tracking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Visual progress indicators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🎯 Savings Module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Goal setting and tracking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Top 10 Indian banks comparison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Interest rate analysis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4. 📊 Investment Module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Top 10 mutual funds comparison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SIP calculator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Historical returns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Key Features -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5. 🏦 Loans Module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Compare 20+ Indian banks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EMI calculator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Loan eligibility checker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Interest rate comparison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6. 🛡️ Insurance Module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Top 10 insurance companies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Premium calculator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Claim settlement ratio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Coverage comparison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7. 🤖 AI Chat Assistant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Natural language processing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Financial advice and tips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Loan application guidance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Document checklist generation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Conversation history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AI Integration - Groq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Intelligent Financial Assistant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AI Model: Llama 3.3 70B Versatile (via Groq)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Capabilities: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Loan Eligibility Checking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Analyzes income, loan amount, and credit factors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Provides instant eligibility assessment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EMI Calculation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Automatic detection of loan parameters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Accurate monthly payment calculations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Financial Tips &amp; Advice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Personalized saving strategies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Investment recommendations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Credit score improvement tips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4. Application Guidance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Step-by-step loan application process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Required document checklists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Bank-specific requirements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5. Conversation Memory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Context-aware responses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Session-based chat history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Personalized user experience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No Hardcoded Intents - Uses advanced tool calling for dynamic responses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### Entity Relationship Model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Core Entities:</a:t>
            </a: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1. User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id, email, </a:t>
            </a:r>
            <a:r>
              <a:rPr dirty="0" err="1"/>
              <a:t>password_hash</a:t>
            </a:r>
            <a:r>
              <a:rPr dirty="0"/>
              <a:t>, name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age, gender, phone, address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occupation, </a:t>
            </a:r>
            <a:r>
              <a:rPr dirty="0" err="1"/>
              <a:t>monthly_income</a:t>
            </a: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</a:t>
            </a:r>
            <a:r>
              <a:rPr dirty="0" err="1"/>
              <a:t>created_at</a:t>
            </a:r>
            <a:r>
              <a:rPr dirty="0"/>
              <a:t>, </a:t>
            </a:r>
            <a:r>
              <a:rPr dirty="0" err="1"/>
              <a:t>last_login</a:t>
            </a: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2. </a:t>
            </a:r>
            <a:r>
              <a:rPr dirty="0" err="1"/>
              <a:t>ChatHistory</a:t>
            </a: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id, </a:t>
            </a:r>
            <a:r>
              <a:rPr dirty="0" err="1"/>
              <a:t>user_id</a:t>
            </a:r>
            <a:r>
              <a:rPr dirty="0"/>
              <a:t>, </a:t>
            </a:r>
            <a:r>
              <a:rPr dirty="0" err="1"/>
              <a:t>session_id</a:t>
            </a: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message, response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</a:t>
            </a:r>
            <a:r>
              <a:rPr dirty="0" err="1"/>
              <a:t>created_at</a:t>
            </a: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3. Budget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id, </a:t>
            </a:r>
            <a:r>
              <a:rPr dirty="0" err="1"/>
              <a:t>user_id</a:t>
            </a:r>
            <a:r>
              <a:rPr dirty="0"/>
              <a:t>, month, category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</a:t>
            </a:r>
            <a:r>
              <a:rPr dirty="0" err="1"/>
              <a:t>planned_amount</a:t>
            </a:r>
            <a:r>
              <a:rPr dirty="0"/>
              <a:t>, </a:t>
            </a:r>
            <a:r>
              <a:rPr dirty="0" err="1"/>
              <a:t>spent_amount</a:t>
            </a: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icon, color, notes</a:t>
            </a: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4. Expense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- id, </a:t>
            </a:r>
            <a:r>
              <a:rPr lang="en-IN" dirty="0" err="1"/>
              <a:t>user_id</a:t>
            </a:r>
            <a:r>
              <a:rPr lang="en-IN" dirty="0"/>
              <a:t>, amount, category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- description, date, </a:t>
            </a:r>
            <a:r>
              <a:rPr lang="en-IN" dirty="0" err="1"/>
              <a:t>payment_method</a:t>
            </a:r>
            <a:endParaRPr lang="en-IN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- location, tags, </a:t>
            </a:r>
            <a:r>
              <a:rPr lang="en-IN" dirty="0" err="1"/>
              <a:t>is_recurring</a:t>
            </a:r>
            <a:endParaRPr lang="en-IN" dirty="0"/>
          </a:p>
          <a:p>
            <a:pPr>
              <a:defRPr sz="16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1A3A4-8180-69EE-2867-C6154ACD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5736B8-FD67-3BD0-8D19-5CB11CBD6054}"/>
              </a:ext>
            </a:extLst>
          </p:cNvPr>
          <p:cNvSpPr txBox="1"/>
          <p:nvPr/>
        </p:nvSpPr>
        <p:spPr>
          <a:xfrm>
            <a:off x="549565" y="274320"/>
            <a:ext cx="82296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5. Income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- id, </a:t>
            </a:r>
            <a:r>
              <a:rPr lang="en-IN" dirty="0" err="1"/>
              <a:t>user_id</a:t>
            </a:r>
            <a:r>
              <a:rPr lang="en-IN" dirty="0"/>
              <a:t>, amount, source</a:t>
            </a:r>
          </a:p>
          <a:p>
            <a:pPr marL="285750" indent="-285750">
              <a:buFontTx/>
              <a:buChar char="-"/>
              <a:defRPr sz="1600">
                <a:solidFill>
                  <a:srgbClr val="FFFFFF"/>
                </a:solidFill>
              </a:defRPr>
            </a:pPr>
            <a:r>
              <a:rPr lang="en-IN" dirty="0"/>
              <a:t>month, description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6. Bank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- id, name, type, </a:t>
            </a:r>
            <a:r>
              <a:rPr lang="en-IN" dirty="0" err="1"/>
              <a:t>interest_rate</a:t>
            </a:r>
            <a:endParaRPr lang="en-IN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- </a:t>
            </a:r>
            <a:r>
              <a:rPr lang="en-IN" dirty="0" err="1"/>
              <a:t>min_loan_amount</a:t>
            </a:r>
            <a:r>
              <a:rPr lang="en-IN" dirty="0"/>
              <a:t>, </a:t>
            </a:r>
            <a:r>
              <a:rPr lang="en-IN" dirty="0" err="1"/>
              <a:t>max_loan_amount</a:t>
            </a:r>
            <a:endParaRPr lang="en-IN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- </a:t>
            </a:r>
            <a:r>
              <a:rPr lang="en-IN" dirty="0" err="1"/>
              <a:t>processing_fee</a:t>
            </a:r>
            <a:r>
              <a:rPr lang="en-IN" dirty="0"/>
              <a:t>, features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7. </a:t>
            </a:r>
            <a:r>
              <a:rPr lang="en-IN" dirty="0" err="1"/>
              <a:t>InsuranceCompany</a:t>
            </a:r>
            <a:endParaRPr lang="en-IN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- id, name, type, </a:t>
            </a:r>
            <a:r>
              <a:rPr lang="en-IN" dirty="0" err="1"/>
              <a:t>premium_range</a:t>
            </a:r>
            <a:endParaRPr lang="en-IN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- </a:t>
            </a:r>
            <a:r>
              <a:rPr lang="en-IN" dirty="0" err="1"/>
              <a:t>claim_settlement_ratio</a:t>
            </a:r>
            <a:r>
              <a:rPr lang="en-IN" dirty="0"/>
              <a:t>, coverage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8. </a:t>
            </a:r>
            <a:r>
              <a:rPr lang="en-IN" dirty="0" err="1"/>
              <a:t>InvestmentFund</a:t>
            </a:r>
            <a:endParaRPr lang="en-IN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- id, name, type, nav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- returns_1yr, returns_3yr, returns_5yr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lang="en-IN" dirty="0"/>
              <a:t>- </a:t>
            </a:r>
            <a:r>
              <a:rPr lang="en-IN" dirty="0" err="1"/>
              <a:t>risk_level</a:t>
            </a:r>
            <a:r>
              <a:rPr lang="en-IN" dirty="0"/>
              <a:t>, </a:t>
            </a:r>
            <a:r>
              <a:rPr lang="en-IN" dirty="0" err="1"/>
              <a:t>min_investment</a:t>
            </a:r>
            <a:endParaRPr lang="en-IN" dirty="0"/>
          </a:p>
          <a:p>
            <a:pPr>
              <a:defRPr sz="1800" b="1">
                <a:solidFill>
                  <a:srgbClr val="FFFFFF"/>
                </a:solidFill>
              </a:defRPr>
            </a:pPr>
            <a:endParaRPr lang="en-IN" dirty="0"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lang="en-IN" dirty="0"/>
              <a:t>Relationships: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lang="en-IN" dirty="0"/>
              <a:t>- User → </a:t>
            </a:r>
            <a:r>
              <a:rPr lang="en-IN" dirty="0" err="1"/>
              <a:t>ChatHistory</a:t>
            </a:r>
            <a:r>
              <a:rPr lang="en-IN" dirty="0"/>
              <a:t> (1:N)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lang="en-IN" dirty="0"/>
              <a:t>- User → Budget (1:N)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lang="en-IN" dirty="0"/>
              <a:t>- User → Expense (1:N)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lang="en-IN" dirty="0"/>
              <a:t>- User → Income (1:N)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562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9716" y="170454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dirty="0"/>
              <a:t>Implementation -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10534"/>
            <a:ext cx="82296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### Secure User Management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Registration Flow: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`python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1. User submits email, password, name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2. Validate input (email format, password length ≥ 6)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3. Check if email already exists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4. Hash password using </a:t>
            </a:r>
            <a:r>
              <a:rPr dirty="0" err="1"/>
              <a:t>Werkzeug</a:t>
            </a:r>
            <a:r>
              <a:rPr dirty="0"/>
              <a:t> (</a:t>
            </a:r>
            <a:r>
              <a:rPr dirty="0" err="1"/>
              <a:t>bcrypt</a:t>
            </a:r>
            <a:r>
              <a:rPr dirty="0"/>
              <a:t>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5. Create user record in database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6. Auto-login with session cookie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7. Redirect to dashboard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Login Flow: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`python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1. User submits email and password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2. Query database for user by email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3. Verify password hash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4. Update </a:t>
            </a:r>
            <a:r>
              <a:rPr dirty="0" err="1"/>
              <a:t>last_login</a:t>
            </a:r>
            <a:r>
              <a:rPr dirty="0"/>
              <a:t> timestamp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5. Create session (7-day expiry)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6. Redirect to dashboard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Security Features: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✅ Password hashing (</a:t>
            </a:r>
            <a:r>
              <a:rPr dirty="0" err="1"/>
              <a:t>bcrypt</a:t>
            </a:r>
            <a:r>
              <a:rPr dirty="0"/>
              <a:t>)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✅ Session-based authentication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✅ CSRF protection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✅ Secure cookie flags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✅ Input validation and sanitization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Implementation - Budget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Smart Budget Tracking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Features: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Monthly Budget Creation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Define categories (Food, Transport, Entertainment, etc.)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Set planned amounts for each category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Customize with icons and colors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Expense Tracking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Add expenses with category, amount, date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Automatic budget updates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Payment method tracking (Cash, Card, UPI)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Location and tags for better organization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Visual Analytics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Progress bars for each category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Spending vs. Budget comparison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Monthly savings calculation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Expense trends and patterns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API Endpoints: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POST /api/budgets/create - Create monthly budget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GET /api/budgets/month/&lt;month&gt; - Get budget summary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POST /api/expenses/add - Add expense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GET /api/expenses - Get expenses with filters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73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dirty="0"/>
              <a:t>Implementation - AI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5164"/>
            <a:ext cx="8229600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### Conversation Management System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Architecture: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User Query → Flask API → Conversation Manager → </a:t>
            </a:r>
            <a:r>
              <a:rPr dirty="0" err="1"/>
              <a:t>Groq</a:t>
            </a:r>
            <a:r>
              <a:rPr dirty="0"/>
              <a:t> AI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↓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Tool Detection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↓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┌───────────┴───────────┐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↓                       ↓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Financial Tools          Response Generator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EMI Calculator              ↓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Eligibility Checker    Format Response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Tips Generator              ↓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Document Checklist     Save to Database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↓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Return to User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Key Components: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1. </a:t>
            </a:r>
            <a:r>
              <a:rPr dirty="0" err="1"/>
              <a:t>ConversationManager</a:t>
            </a:r>
            <a:r>
              <a:rPr dirty="0"/>
              <a:t> - Manages AI interactions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2. Tool Calling - Dynamic function execution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3. Context Management - Maintains conversation history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4. Response Formatting - User-friendly output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Chat History: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Session-based conversations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Unlimited message storage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Search and filter capabilities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Export conversation history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User Interface -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### Ultra-Premium Dark Theme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Design Philosophy: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1. Minimalist &amp; Modern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Clean lines and ample white space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Focus on content, not clutter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2. Dark Mode First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Reduces eye strain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Premium aesthetic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Better for extended use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3. Consistent Color Palette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Primary: Deep blacks (#0a0a0a, #1a1a1a)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Accent: Gold/Yellow (#FFD700, #FFA500)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Success: Green (#10B981)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Warning: Orange (#F59E0B)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Error: Red (#EF4444)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4. Responsive Design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Mobile-first approach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Adapts to all screen sizes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Touch-friendly interfaces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5. Smooth Animations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Micro-interactions for engagement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Hover effects and transitions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Loading states and feedback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4401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dirty="0"/>
              <a:t>User Interface -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28484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### Key Pages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1. Login/Registration Page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Clean, centered form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Toggle between login and signup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Password strength indicator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Social login options (future)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2. Dashboard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Financial overview at a glance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Quick stats (Budget, Savings, Investments)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Recent transactions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Quick action buttons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3. AI Chat Interface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ChatGPT-style conversation UI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Message bubbles with timestamps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Typing indicators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Session management sidebar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Quick action suggestions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4. Budget Module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Category cards with progress bars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Add expense modal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Monthly summary charts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Expense history table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5. Loans Comparison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Bank cards with key details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Filter by interest rate, loan type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EMI calculator integration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Apply now buttons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8542" y="-457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dirty="0"/>
              <a:t>API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542" y="734962"/>
            <a:ext cx="8229600" cy="589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sz="1300" dirty="0"/>
              <a:t>### RESTful API Design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Authentication APIs: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POST   /</a:t>
            </a:r>
            <a:r>
              <a:rPr sz="1300" dirty="0" err="1"/>
              <a:t>api</a:t>
            </a:r>
            <a:r>
              <a:rPr sz="1300" dirty="0"/>
              <a:t>/auth/register      - Register new user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POST   /</a:t>
            </a:r>
            <a:r>
              <a:rPr sz="1300" dirty="0" err="1"/>
              <a:t>api</a:t>
            </a:r>
            <a:r>
              <a:rPr sz="1300" dirty="0"/>
              <a:t>/auth/login         - User login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POST   /</a:t>
            </a:r>
            <a:r>
              <a:rPr sz="1300" dirty="0" err="1"/>
              <a:t>api</a:t>
            </a:r>
            <a:r>
              <a:rPr sz="1300" dirty="0"/>
              <a:t>/auth/logout        - User logout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GET    /</a:t>
            </a:r>
            <a:r>
              <a:rPr sz="1300" dirty="0" err="1"/>
              <a:t>api</a:t>
            </a:r>
            <a:r>
              <a:rPr sz="1300" dirty="0"/>
              <a:t>/auth/profile       - Get user profile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PUT    /</a:t>
            </a:r>
            <a:r>
              <a:rPr sz="1300" dirty="0" err="1"/>
              <a:t>api</a:t>
            </a:r>
            <a:r>
              <a:rPr sz="1300" dirty="0"/>
              <a:t>/profile/update     - Update profile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Budget &amp; Expense APIs: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POST   /</a:t>
            </a:r>
            <a:r>
              <a:rPr sz="1300" dirty="0" err="1"/>
              <a:t>api</a:t>
            </a:r>
            <a:r>
              <a:rPr sz="1300" dirty="0"/>
              <a:t>/budgets/create     - Create monthly budget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GET    /</a:t>
            </a:r>
            <a:r>
              <a:rPr sz="1300" dirty="0" err="1"/>
              <a:t>api</a:t>
            </a:r>
            <a:r>
              <a:rPr sz="1300" dirty="0"/>
              <a:t>/budgets/month/&lt;month&gt; - Get monthly budget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PUT    /</a:t>
            </a:r>
            <a:r>
              <a:rPr sz="1300" dirty="0" err="1"/>
              <a:t>api</a:t>
            </a:r>
            <a:r>
              <a:rPr sz="1300" dirty="0"/>
              <a:t>/budgets/&lt;id&gt;       - Update budget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DELETE /</a:t>
            </a:r>
            <a:r>
              <a:rPr sz="1300" dirty="0" err="1"/>
              <a:t>api</a:t>
            </a:r>
            <a:r>
              <a:rPr sz="1300" dirty="0"/>
              <a:t>/budgets/&lt;id&gt;       - Delete budget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POST   /</a:t>
            </a:r>
            <a:r>
              <a:rPr sz="1300" dirty="0" err="1"/>
              <a:t>api</a:t>
            </a:r>
            <a:r>
              <a:rPr sz="1300" dirty="0"/>
              <a:t>/expenses/add       - Add expense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GET    /</a:t>
            </a:r>
            <a:r>
              <a:rPr sz="1300" dirty="0" err="1"/>
              <a:t>api</a:t>
            </a:r>
            <a:r>
              <a:rPr sz="1300" dirty="0"/>
              <a:t>/expenses           - Get expenses (with filters)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PUT    /</a:t>
            </a:r>
            <a:r>
              <a:rPr sz="1300" dirty="0" err="1"/>
              <a:t>api</a:t>
            </a:r>
            <a:r>
              <a:rPr sz="1300" dirty="0"/>
              <a:t>/expenses/&lt;id&gt;      - Update expense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DELETE /</a:t>
            </a:r>
            <a:r>
              <a:rPr sz="1300" dirty="0" err="1"/>
              <a:t>api</a:t>
            </a:r>
            <a:r>
              <a:rPr sz="1300" dirty="0"/>
              <a:t>/expenses/&lt;id&gt;      - Delete expense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AI Chat APIs: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POST   /</a:t>
            </a:r>
            <a:r>
              <a:rPr sz="1300" dirty="0" err="1"/>
              <a:t>api</a:t>
            </a:r>
            <a:r>
              <a:rPr sz="1300" dirty="0"/>
              <a:t>/chat/message       - Send message to AI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GET    /</a:t>
            </a:r>
            <a:r>
              <a:rPr sz="1300" dirty="0" err="1"/>
              <a:t>api</a:t>
            </a:r>
            <a:r>
              <a:rPr sz="1300" dirty="0"/>
              <a:t>/chat/sessions      - Get all chat sessions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GET    /</a:t>
            </a:r>
            <a:r>
              <a:rPr sz="1300" dirty="0" err="1"/>
              <a:t>api</a:t>
            </a:r>
            <a:r>
              <a:rPr sz="1300" dirty="0"/>
              <a:t>/chat/history/&lt;id&gt;  - Get session history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DELETE /</a:t>
            </a:r>
            <a:r>
              <a:rPr sz="1300" dirty="0" err="1"/>
              <a:t>api</a:t>
            </a:r>
            <a:r>
              <a:rPr sz="1300" dirty="0"/>
              <a:t>/chat/session/&lt;id&gt;  - Delete session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Financial Data APIs: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GET    /</a:t>
            </a:r>
            <a:r>
              <a:rPr sz="1300" dirty="0" err="1"/>
              <a:t>api</a:t>
            </a:r>
            <a:r>
              <a:rPr sz="1300" dirty="0"/>
              <a:t>/banks              - Get all banks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GET    /</a:t>
            </a:r>
            <a:r>
              <a:rPr sz="1300" dirty="0" err="1"/>
              <a:t>api</a:t>
            </a:r>
            <a:r>
              <a:rPr sz="1300" dirty="0"/>
              <a:t>/banks/&lt;id&gt;         - Get bank details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GET    /</a:t>
            </a:r>
            <a:r>
              <a:rPr sz="1300" dirty="0" err="1"/>
              <a:t>api</a:t>
            </a:r>
            <a:r>
              <a:rPr sz="1300" dirty="0"/>
              <a:t>/insurance          - Get insurance companies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GET    /</a:t>
            </a:r>
            <a:r>
              <a:rPr sz="1300" dirty="0" err="1"/>
              <a:t>api</a:t>
            </a:r>
            <a:r>
              <a:rPr sz="1300" dirty="0"/>
              <a:t>/investments        - Get investment funds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POST   /</a:t>
            </a:r>
            <a:r>
              <a:rPr sz="1300" dirty="0" err="1"/>
              <a:t>api</a:t>
            </a:r>
            <a:r>
              <a:rPr sz="1300" dirty="0"/>
              <a:t>/calculate-</a:t>
            </a:r>
            <a:r>
              <a:rPr sz="1300" dirty="0" err="1"/>
              <a:t>emi</a:t>
            </a:r>
            <a:r>
              <a:rPr sz="1300" dirty="0"/>
              <a:t>      - Calculate EMI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POST   /</a:t>
            </a:r>
            <a:r>
              <a:rPr sz="1300" dirty="0" err="1"/>
              <a:t>api</a:t>
            </a:r>
            <a:r>
              <a:rPr sz="1300" dirty="0"/>
              <a:t>/check-eligibility  - Check loan eligibility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`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-457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dirty="0"/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851" y="468016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### Quality Assurance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1. Unit Testing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Individual function testing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Database model validation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API endpoint testing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2. Integration Testing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End-to-end user flows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API integration with frontend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Database transaction testing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3. Security Testing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SQL injection prevention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XSS attack prevention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CSRF token validation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Password strength enforcement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4. Performance Testing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API response time &lt; 200ms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Database query optimization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Concurrent user handling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5. User Acceptance Testing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Real user feedback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Usability testing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UI/UX improvements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Test Results: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✅ 95%+ test coverage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✅ All critical paths validated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✅ Security vulnerabilities addressed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✅ Performance benchmarks met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Results &amp;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589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sz="1300" dirty="0"/>
              <a:t>### Project Outcomes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Technical Achievements: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1. ✅ Fully Functional Platform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- 7 major modules implemented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- 30+ API endpoints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- 15+ frontend pages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2. ✅ AI Integration Success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</a:t>
            </a:r>
            <a:r>
              <a:rPr sz="1300" dirty="0" err="1"/>
              <a:t>Groq</a:t>
            </a:r>
            <a:r>
              <a:rPr sz="1300" dirty="0"/>
              <a:t> AI successfully integrated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Natural language understanding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Context-aware responses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3. ✅ Comprehensive Database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- 20+ banks with loan data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- 10+ insurance companies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- 10+ mutual funds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User data management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4. ✅ Secure Authentication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Password hashing implemented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Session management working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Protected routes functional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User Experience: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🎨 Modern, premium UI design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⚡ Fast, responsive interface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📱 Mobile-friendly design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🔒 Secure and private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Performance Metrics: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Average API response: 150ms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Database queries optimized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Supports 100+ concurrent users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- 99.9% uptime potential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Obstacles Overcome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Challenge 1: AI Integration Complexity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Problem: Groq AI tool calling was complex to implement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Solution: Created modular conversation manager with clear tool definitions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Challenge 2: Database Schema Design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Problem: Complex relationships between entities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Solution: Used SQLAlchemy ORM with proper foreign keys and cascading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Challenge 3: Chat History Management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Problem: Maintaining context across sessions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Solution: Implemented session-based storage with efficient querying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Challenge 4: Real-time Data Updates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Problem: Keeping financial data current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Solution: Designed for future API integration with live data sources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Challenge 5: UI/UX Consistency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Problem: Maintaining design consistency across modules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Solution: Created reusable CSS components and design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B66F2-60E4-BBD0-2A8F-DCE7FF5FF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34272D-4942-9FCA-0AB8-429D56DB09E6}"/>
              </a:ext>
            </a:extLst>
          </p:cNvPr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dirty="0"/>
              <a:t>Future Enhancements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ECF43-AF8C-30A2-8751-A4201C3DAE8A}"/>
              </a:ext>
            </a:extLst>
          </p:cNvPr>
          <p:cNvSpPr txBox="1"/>
          <p:nvPr/>
        </p:nvSpPr>
        <p:spPr>
          <a:xfrm>
            <a:off x="457200" y="685800"/>
            <a:ext cx="822960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### Roadmap for Version 2.0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Short-term (3-6 months):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1. 📊 Advanced Analytics Dashboard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Interactive charts with Chart.js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Spending trends and predictions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Financial health score</a:t>
            </a: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2. 📧 Email Notifications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Budget alerts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Bill reminders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Investment updates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3. 🔗 Bank API Integration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Real-time interest rates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Live loan offers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Automatic data updates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Long-term (6-12 months):</a:t>
            </a:r>
          </a:p>
        </p:txBody>
      </p:sp>
    </p:spTree>
    <p:extLst>
      <p:ext uri="{BB962C8B-B14F-4D97-AF65-F5344CB8AC3E}">
        <p14:creationId xmlns:p14="http://schemas.microsoft.com/office/powerpoint/2010/main" val="3225455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9045" y="970936"/>
            <a:ext cx="82296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4. 📱 Mobile Application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React Native app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iOS and Android support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Push notifications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5. 🤖 Enhanced AI Features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Voice assistant integration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Predictive analytics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Personalized recommendations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6. 💳 Payment Integration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Direct bill payments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Investment transactions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Premium subscription model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7. 🌐 Multi-language Support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Hindi, Tamil, Telugu, etc.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Regional bank data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 lang="en-US"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8. 📄 Document Management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Upload and store financial documents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OCR for bill scanning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Tax document organization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231565-4EC8-9219-357D-B01D24313215}"/>
              </a:ext>
            </a:extLst>
          </p:cNvPr>
          <p:cNvSpPr txBox="1"/>
          <p:nvPr/>
        </p:nvSpPr>
        <p:spPr>
          <a:xfrm>
            <a:off x="349045" y="262030"/>
            <a:ext cx="4544064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lang="en-IN" dirty="0"/>
              <a:t>Long-term (6-12 months):</a:t>
            </a:r>
          </a:p>
          <a:p>
            <a:pPr>
              <a:defRPr sz="3200" b="1">
                <a:solidFill>
                  <a:srgbClr val="FFD70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Node.js Version (v2.0)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Modern Tech Stack Migration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CredNest AI v2.0 - Complete rebuild with modern technologies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Backend: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Node.js + Express + TypeScript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MongoDB database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Google Gemini AI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JWT authentication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Frontend (Planned):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React + TypeScript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Material-UI components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Redux state management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Advantages: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Better scalability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Faster development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Modern tooling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Larger ecosystem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Status: Backend complete, frontend in development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Deployment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0467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### Production Deployment Plan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Hosting Options: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1. Backend: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AWS EC2 / </a:t>
            </a:r>
            <a:r>
              <a:rPr dirty="0" err="1"/>
              <a:t>DigitalOcean</a:t>
            </a:r>
            <a:r>
              <a:rPr dirty="0"/>
              <a:t> VPS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Heroku (easy deployment)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Google Cloud Run (serverless)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2. Database: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AWS RDS (MySQL/PostgreSQL)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MongoDB Atlas (cloud)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Managed database services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3. Frontend: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Netlify / </a:t>
            </a:r>
            <a:r>
              <a:rPr dirty="0" err="1"/>
              <a:t>Vercel</a:t>
            </a: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AWS S3 + CloudFront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 GitHub Pages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DevOps: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Docker containerization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CI/CD with GitHub Actions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Automated testing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Environment management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Security: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SSL/TLS certificates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Environment variables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API rate limiting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dirty="0"/>
              <a:t>- DDoS protection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Skills &amp; Knowledge Gained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Technical Skills: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Full-Stack Development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Frontend: HTML, CSS, JavaScript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Backend: Python, Flask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Database: SQL, SQLAlchemy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AI/ML Integration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Working with LLM APIs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Prompt engineering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Tool calling implementation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API Design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RESTful architecture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Authentication &amp; authorization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Error handling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4. Database Design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Schema design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Relationships and constraints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Query optimization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Soft Skills: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Problem-solving and debugging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Project planning and management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Documentation and presentation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User-centric design thinking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Project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By the Numbers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Codebase: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📝 Lines of Code: 5,000+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📁 Files: 50+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🔧 Functions: 100+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🗄️ Database Tables: 8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Features: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🎯 Modules: 7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🔌 API Endpoints: 30+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📄 Frontend Pages: 15+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🤖 AI Tools: 6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Development: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⏱️ Development Time: 3 months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💻 Technologies Used: 15+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📚 Libraries/Packages: 25+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🧪 Test Cases: 50+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Data: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🏦 Banks: 20+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🛡️ Insurance Companies: 10+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📊 Investment Funds: 10+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💬 Chat Sessions: Unlimited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Comparison with Existing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Competitive Analysis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Feature | CredNest AI | Mint | YNAB | ET Money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|---------|-------------|------|------|----------|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Budget Tracking | ✅ | ✅ | ✅ | ✅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Expense Management | ✅ | ✅ | ✅ | ✅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AI Chatbot | ✅ | ❌ | ❌ | ❌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Loan Comparison | ✅ (20+ banks) | ❌ | ❌ | ✅ (Limited)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Insurance Comparison | ✅ | ❌ | ❌ | ✅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Investment Analysis | ✅ | ✅ | ❌ | ✅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EMI Calculator | ✅ | ❌ | ❌ | ✅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Eligibility Checker | ✅ | ❌ | ❌ | ❌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Dark Theme | ✅ | ❌ | ✅ | ❌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Free to Use | ✅ | ✅ | ❌ | ✅ |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| Indian Market Focus | ✅ | ❌ | ❌ | ✅ |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Our Unique Selling Points: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🤖 Advanced AI assistance with Groq/Gemini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🏦 Comprehensive loan comparison (20+ banks)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🎨 Premium dark theme UI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🇮🇳 Tailored for Indian market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Social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Making Finance Accessible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Target Demographics: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Young Professionals (25-35)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Starting their financial journey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Need budgeting and saving tools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Looking for loan and investment options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Families (35-50)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Managing household budgets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Planning for children's education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Comparing insurance and loans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Small Business Owners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Tracking business expenses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Seeking business loans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Investment planning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Impact: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💡 Financial Literacy - Educating users about smart money management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🎯 Better Decisions - Data-driven financial choices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💰 Cost Savings - Finding best rates and offers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🤝 Accessibility - Free platform for all income levels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Project Summary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What We Built: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A comprehensive, AI-powered financial management platform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- 7 integrated modules covering all aspects of personal finance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Intelligent chatbot for financial guidance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Comparison tools for banks, insurance, and investments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Key Achievements: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✅ Successfully integrated Groq AI for natural language processing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✅ Designed and implemented secure, scalable architecture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✅ Created intuitive, premium user interface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✅ Built comprehensive database with real financial data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Technical Excellence: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Modern tech stack (Flask, SQLAlchemy, Groq AI)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RESTful API architecture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Secure authentication and data protection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Responsive, mobile-friendly design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Learning &amp; Growth: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Gained expertise in full-stack development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Mastered AI/ML integration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Developed strong problem-solving skills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Enhanced project management abilities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Vision: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Making financial management accessible, intelligent, and effortless for everyone.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61249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dirty="0"/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2312"/>
            <a:ext cx="8229600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### Live Demo Highlights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Demo Flow: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1. User Registration &amp; Login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Create account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Secure login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2. Dashboard Overview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Financial summary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Quick stats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3. Budget Creation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Set monthly budget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Add expenses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View analytics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4. AI Chat Assistant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Ask financial questions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Calculate EMI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Check loan eligibility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Get financial tips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5. Loan Comparison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Browse 20+ banks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Compare interest rates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Calculate EMI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6. Investment Analysis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View top mutual funds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Compare returns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sz="1300" dirty="0"/>
              <a:t>- SIP calculator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Demo URL: http://localhost:5000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Test Credentials: Available on request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References &amp; Acknowledgments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References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Technologies &amp; Frameworks: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Flask Documentation - https://flask.palletsprojects.com/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SQLAlchemy Documentation - https://www.sqlalchemy.org/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Groq AI Documentation - https://console.groq.com/docs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4. Google Gemini AI - https://ai.google.dev/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Research Papers: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1. "AI in Personal Finance Management" - IEEE 2024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"Chatbot Applications in FinTech" - ACM 2023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"Secure Web Application Development" - OWASP 2024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Data Sources: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Reserve Bank of India (RBI) - Interest rates and banking data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Insurance Regulatory and Development Authority (IRDA)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Association of Mutual Funds in India (AMFI)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Acknowledgments: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M S Ramaiah University of Applied Science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Department of Computer Science &amp; Engineering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Project Guide: [Guide Name]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Family and Friends for continuous support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t>### Questions &amp; Answers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Thank you for your attention!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Contact Information: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📧 Email: anujkumar@example.com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💼 LinkedIn: linkedin.com/in/anujkumar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🐙 GitHub: github.com/anujkumar2005/Cred_Nest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🌐 Project URL: https://github.com/anujkumar2005/Cred_Nest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Project Repository: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Frontend Code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Backend Code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Documentation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Setup Instructions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Open for: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Technical questions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Feature suggestions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Collaboration opportunities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t>- Feedback and improvements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681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D700"/>
                </a:solidFill>
              </a:defRPr>
            </a:pPr>
            <a:r>
              <a:rPr dirty="0"/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5900"/>
            <a:ext cx="8229600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D700"/>
                </a:solidFill>
              </a:defRPr>
            </a:pPr>
            <a:r>
              <a:rPr dirty="0"/>
              <a:t>### Additional Resources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A. Installation Guide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Prerequisites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Step-by-step setup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Environment configuration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Database initialization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B. API Documentation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Complete endpoint list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Request/response formats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Authentication flow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Error codes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C. Database Schema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Entity-relationship diagrams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Table structures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Relationships and constraints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D. User Manual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Feature walkthroughs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Screenshots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Common use cases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Troubleshooting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sz="1300" dirty="0"/>
              <a:t>E. Code Samples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Key algorithms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AI integration code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Database queries</a:t>
            </a:r>
          </a:p>
          <a:p>
            <a:pPr lvl="1">
              <a:defRPr sz="1400">
                <a:solidFill>
                  <a:srgbClr val="C8C8C8"/>
                </a:solidFill>
              </a:defRPr>
            </a:pPr>
            <a:r>
              <a:rPr sz="1300" dirty="0"/>
              <a:t>- Frontend components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---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END OF PRESENTATION</a:t>
            </a:r>
            <a:endParaRPr lang="en-US" dirty="0"/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rPr lang="en-IN" dirty="0"/>
              <a:t>						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4069</Words>
  <Application>Microsoft Office PowerPoint</Application>
  <PresentationFormat>On-screen Show (4:3)</PresentationFormat>
  <Paragraphs>728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Anuj Nagvanshi</cp:lastModifiedBy>
  <cp:revision>2</cp:revision>
  <dcterms:created xsi:type="dcterms:W3CDTF">2013-01-27T09:14:16Z</dcterms:created>
  <dcterms:modified xsi:type="dcterms:W3CDTF">2025-11-28T08:19:48Z</dcterms:modified>
  <cp:category/>
</cp:coreProperties>
</file>